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7103745" cy="10234295"/>
  <p:custDataLst>
    <p:tags r:id="rId8"/>
  </p:custDataLst>
  <p:defaultTextStyle>
    <a:defPPr>
      <a:defRPr lang="zh-CN"/>
    </a:defPPr>
    <a:lvl1pPr marL="0" indent="0" algn="l" defTabSz="914400" rtl="0" eaLnBrk="1" hangingPunct="1">
      <a:buNone/>
      <a:defRPr sz="1800">
        <a:solidFill>
          <a:schemeClr val="tx1"/>
        </a:solidFill>
        <a:latin typeface="Calibri Light" panose="020F0302020204030204"/>
        <a:ea typeface="Calibri Light" panose="020F0302020204030204"/>
      </a:defRPr>
    </a:lvl1pPr>
    <a:lvl2pPr marL="457200" indent="0" algn="l" defTabSz="914400" rtl="0" eaLnBrk="1" hangingPunct="1">
      <a:buNone/>
      <a:defRPr sz="1800">
        <a:solidFill>
          <a:schemeClr val="tx1"/>
        </a:solidFill>
        <a:latin typeface="Calibri Light" panose="020F0302020204030204"/>
        <a:ea typeface="Calibri Light" panose="020F0302020204030204"/>
      </a:defRPr>
    </a:lvl2pPr>
    <a:lvl3pPr marL="914400" indent="0" algn="l" defTabSz="914400" rtl="0" eaLnBrk="1" hangingPunct="1">
      <a:buNone/>
      <a:defRPr sz="1800">
        <a:solidFill>
          <a:schemeClr val="tx1"/>
        </a:solidFill>
        <a:latin typeface="Calibri Light" panose="020F0302020204030204"/>
        <a:ea typeface="Calibri Light" panose="020F0302020204030204"/>
      </a:defRPr>
    </a:lvl3pPr>
    <a:lvl4pPr marL="1371600" indent="0" algn="l" defTabSz="914400" rtl="0" eaLnBrk="1" hangingPunct="1">
      <a:buNone/>
      <a:defRPr sz="1800">
        <a:solidFill>
          <a:schemeClr val="tx1"/>
        </a:solidFill>
        <a:latin typeface="Calibri Light" panose="020F0302020204030204"/>
        <a:ea typeface="Calibri Light" panose="020F0302020204030204"/>
      </a:defRPr>
    </a:lvl4pPr>
    <a:lvl5pPr marL="1828800" indent="0" algn="l" defTabSz="914400" rtl="0" eaLnBrk="1" hangingPunct="1">
      <a:buNone/>
      <a:defRPr sz="1800">
        <a:solidFill>
          <a:schemeClr val="tx1"/>
        </a:solidFill>
        <a:latin typeface="Calibri Light" panose="020F0302020204030204"/>
        <a:ea typeface="Calibri Light" panose="020F0302020204030204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80" d="100"/>
          <a:sy n="80" d="100"/>
        </p:scale>
        <p:origin x="10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0" d="100"/>
          <a:sy n="10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页眉占位符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5pPr>
          </a:lstStyle>
          <a:p>
            <a:pPr lvl="0"/>
            <a:endParaRPr lang="zh-CN" altLang="en-US" sz="1200"/>
          </a:p>
        </p:txBody>
      </p:sp>
      <p:sp>
        <p:nvSpPr>
          <p:cNvPr id="27651" name="日期占位符 2"/>
          <p:cNvSpPr>
            <a:spLocks noGrp="1"/>
          </p:cNvSpPr>
          <p:nvPr>
            <p:ph type="dt" idx="2"/>
            <p:custDataLst>
              <p:tags r:id="rId2"/>
            </p:custDataLst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5F235ABE-0FDF-4E26-B27F-D815E0A2C7A8}" type="datetime1">
              <a:rPr lang="zh-CN" altLang="en-US" sz="1200"/>
            </a:fld>
            <a:endParaRPr lang="zh-CN" altLang="en-US" sz="1200"/>
          </a:p>
        </p:txBody>
      </p:sp>
      <p:sp>
        <p:nvSpPr>
          <p:cNvPr id="27652" name="幻灯片图像占位符 3"/>
          <p:cNvSpPr>
            <a:spLocks noGrp="1" noRot="1" noChangeAspect="1"/>
          </p:cNvSpPr>
          <p:nvPr>
            <p:ph type="sldImg" idx="5"/>
            <p:custDataLst>
              <p:tags r:id="rId3"/>
            </p:custDataLst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</p:spPr>
      </p:sp>
      <p:sp>
        <p:nvSpPr>
          <p:cNvPr id="27653" name="备注占位符 4"/>
          <p:cNvSpPr>
            <a:spLocks noGrp="1"/>
          </p:cNvSpPr>
          <p:nvPr>
            <p:ph type="body" sz="quarter" idx="1"/>
            <p:custDataLst>
              <p:tags r:id="rId4"/>
            </p:custDataLst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/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1pPr>
            <a:lvl2pPr marL="4572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2pPr>
            <a:lvl3pPr marL="9144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3pPr>
            <a:lvl4pPr marL="13716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4pPr>
            <a:lvl5pPr marL="18288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5pPr>
          </a:lstStyle>
          <a:p>
            <a:pPr lvl="0"/>
            <a:r>
              <a:t>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27654" name="页脚占位符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b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endParaRPr lang="zh-CN" altLang="en-US" sz="1200"/>
          </a:p>
        </p:txBody>
      </p:sp>
      <p:sp>
        <p:nvSpPr>
          <p:cNvPr id="27655" name="灯片编号占位符 6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b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C2097BF4-FA4A-42A6-AAC5-99B743396397}" type="slidenum">
              <a:rPr lang="zh-CN" altLang="en-US" sz="1200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/>
          </p:cNvSpPr>
          <p:nvPr>
            <p:ph type="sldImg" idx="5"/>
            <p:custDataLst>
              <p:tags r:id="rId3"/>
            </p:custDataLst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1pPr>
            <a:lvl2pPr marL="4572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2pPr>
            <a:lvl3pPr marL="9144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3pPr>
            <a:lvl4pPr marL="13716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4pPr>
            <a:lvl5pPr marL="18288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等线 Light" panose="02010600030101010101" charset="-122"/>
              </a:defRPr>
            </a:lvl5pPr>
          </a:lstStyle>
          <a:p/>
        </p:txBody>
      </p:sp>
      <p:sp>
        <p:nvSpPr>
          <p:cNvPr id="28676" name="灯片编号占位符 3"/>
          <p:cNvSpPr>
            <a:spLocks noGrp="1"/>
          </p:cNvSpPr>
          <p:nvPr>
            <p:ph type="sldNum"/>
            <p:custDataLst>
              <p:tags r:id="rId5"/>
            </p:custDataLst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5D827999-C1BC-4F03-AC17-8220061E1194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0" lang="zh-CN" altLang="en-US" sz="60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60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单击此处编辑母版副标题样式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0" lang="zh-CN" altLang="en-US" sz="44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4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0" lang="zh-CN" altLang="en-US" sz="60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60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0" lang="zh-CN" altLang="en-US" sz="44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4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0" lang="zh-CN" altLang="en-US" sz="44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4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0" lang="zh-CN" altLang="en-US" sz="44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4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0" lang="zh-CN" altLang="en-US" sz="32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32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0" lang="zh-CN" altLang="en-US" sz="32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0" lang="zh-CN" altLang="en-US" sz="4400" b="0" i="0" u="none" strike="noStrike" kern="1200" cap="none" spc="0" normalizeH="0" baseline="0" noProof="0">
                <a:uLnTx/>
                <a:uFillTx/>
              </a:rPr>
              <a:t>单击此处编辑母版标题样式</a:t>
            </a:r>
            <a:endParaRPr kumimoji="0" lang="zh-CN" altLang="en-US" sz="44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  <p:custDataLst>
              <p:tags r:id="rId2"/>
            </p:custDataLst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kumimoji="0" lang="zh-CN" altLang="en-US" sz="2800" b="0" i="0" u="none" strike="noStrike" kern="1200" cap="none" spc="0" normalizeH="0" baseline="0" noProof="0">
                <a:uLnTx/>
                <a:uFillTx/>
              </a:rPr>
              <a:t>单击此处编辑母版文本样式</a:t>
            </a:r>
            <a:endParaRPr kumimoji="0" lang="zh-CN" altLang="en-US" sz="2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zh-CN" altLang="en-US" sz="2400" b="0" i="0" u="none" strike="noStrike" kern="1200" cap="none" spc="0" normalizeH="0" baseline="0" noProof="0">
                <a:uLnTx/>
                <a:uFillTx/>
              </a:rPr>
              <a:t>第二级</a:t>
            </a:r>
            <a:endParaRPr kumimoji="0" lang="zh-CN" altLang="en-US" sz="24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zh-CN" altLang="en-US" sz="2000" b="0" i="0" u="none" strike="noStrike" kern="1200" cap="none" spc="0" normalizeH="0" baseline="0" noProof="0">
                <a:uLnTx/>
                <a:uFillTx/>
              </a:rPr>
              <a:t>第三级</a:t>
            </a:r>
            <a:endParaRPr kumimoji="0" lang="zh-CN" altLang="en-US" sz="20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第四级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zh-CN" altLang="en-US" sz="1800" b="0" i="0" u="none" strike="noStrike" kern="1200" cap="none" spc="0" normalizeH="0" baseline="0" noProof="0">
                <a:uLnTx/>
                <a:uFillTx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algn="l" defTabSz="914400" rtl="0" eaLnBrk="1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400">
                <a:solidFill>
                  <a:schemeClr val="tx1"/>
                </a:solidFill>
                <a:latin typeface="Calibri Light" panose="020F0302020204030204"/>
                <a:ea typeface="Arial" panose="020B0604020202020204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/>
          <a:lstStyle>
            <a:lvl1pPr marL="228600" indent="-228600" algn="l" defTabSz="914400" rtl="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lang="zh-CN" altLang="en-US" sz="2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1pPr>
            <a:lvl2pPr marL="6858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lang="zh-CN" altLang="en-US" sz="24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2pPr>
            <a:lvl3pPr marL="11430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lang="zh-CN" altLang="en-US" sz="20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3pPr>
            <a:lvl4pPr marL="16002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4pPr>
            <a:lvl5pPr marL="20574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lang="zh-CN" altLang="en-US" sz="1800">
                <a:solidFill>
                  <a:schemeClr val="tx1"/>
                </a:solidFill>
                <a:latin typeface="Calibri" panose="020F0502020204030204"/>
                <a:ea typeface="Arial" panose="020B0604020202020204"/>
              </a:defRPr>
            </a:lvl5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/>
            <a:fld id="{359E80BC-47CE-43D1-8940-5F0E855917D6}" type="datetime1">
              <a:rPr lang="zh-CN" altLang="en-US" sz="1200"/>
            </a:fld>
            <a:endParaRPr lang="zh-CN" altLang="en-US" sz="1200"/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ctr"/>
            <a:endParaRPr lang="zh-CN" altLang="en-US" sz="1200"/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anchor="ctr" anchorCtr="0"/>
          <a:lstStyle>
            <a:lvl1pPr marL="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1pPr>
            <a:lvl2pPr marL="4572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2pPr>
            <a:lvl3pPr marL="9144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3pPr>
            <a:lvl4pPr marL="13716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4pPr>
            <a:lvl5pPr marL="1828800" indent="0" algn="l" defTabSz="914400" rtl="0" eaLnBrk="1" hangingPunct="1">
              <a:buNone/>
              <a:defRPr lang="zh-CN" altLang="en-US" sz="1800">
                <a:solidFill>
                  <a:schemeClr val="tx1"/>
                </a:solidFill>
                <a:latin typeface="Calibri Light" panose="020F0302020204030204"/>
                <a:ea typeface="Calibri Light" panose="020F0302020204030204"/>
              </a:defRPr>
            </a:lvl5pPr>
          </a:lstStyle>
          <a:p>
            <a:pPr lvl="0" algn="r"/>
            <a:fld id="{3A8095C7-C0C1-4EEE-AC8D-BDF0F17E0C78}" type="slidenum">
              <a:rPr lang="zh-CN" altLang="en-US" sz="1200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/>
  <p:txStyles>
    <p:titleStyle>
      <a:lvl1pPr algn="l" defTabSz="914400" rtl="0" eaLnBrk="1" hangingPunct="1">
        <a:lnSpc>
          <a:spcPct val="90000"/>
        </a:lnSpc>
        <a:spcBef>
          <a:spcPct val="0"/>
        </a:spcBef>
        <a:buNone/>
        <a:defRPr sz="4400">
          <a:solidFill>
            <a:schemeClr val="tx1"/>
          </a:solidFill>
          <a:latin typeface="Calibri Light" panose="020F0302020204030204"/>
          <a:ea typeface="Arial" panose="020B0604020202020204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Calibri" panose="020F0502020204030204"/>
          <a:ea typeface="Arial" panose="020B0604020202020204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Calibri" panose="020F0502020204030204"/>
          <a:ea typeface="Arial" panose="020B0604020202020204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Calibri" panose="020F0502020204030204"/>
          <a:ea typeface="Arial" panose="020B0604020202020204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5pPr>
    </p:bodyStyle>
    <p:otherStyle>
      <a:lvl1pPr marL="0" indent="0" algn="l" defTabSz="914400" rtl="0" eaLnBrk="1" hangingPunct="1">
        <a:buNone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1pPr>
      <a:lvl2pPr marL="457200" indent="0" algn="l" defTabSz="914400" rtl="0" eaLnBrk="1" hangingPunct="1">
        <a:buNone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2pPr>
      <a:lvl3pPr marL="914400" indent="0" algn="l" defTabSz="914400" rtl="0" eaLnBrk="1" hangingPunct="1">
        <a:buNone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3pPr>
      <a:lvl4pPr marL="1371600" indent="0" algn="l" defTabSz="914400" rtl="0" eaLnBrk="1" hangingPunct="1">
        <a:buNone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4pPr>
      <a:lvl5pPr marL="1828800" indent="0" algn="l" defTabSz="914400" rtl="0" eaLnBrk="1" hangingPunct="1">
        <a:buNone/>
        <a:defRPr sz="1800">
          <a:solidFill>
            <a:schemeClr val="tx1"/>
          </a:solidFill>
          <a:latin typeface="Calibri" panose="020F0502020204030204"/>
          <a:ea typeface="Arial" panose="020B0604020202020204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58.xml"/><Relationship Id="rId2" Type="http://schemas.openxmlformats.org/officeDocument/2006/relationships/image" Target="../media/image2.jpeg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588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54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15720000">
            <a:off x="9929813" y="814388"/>
            <a:ext cx="1203325" cy="1158875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AS_UNIQUEID" val="331"/>
</p:tagLst>
</file>

<file path=ppt/tags/tag2.xml><?xml version="1.0" encoding="utf-8"?>
<p:tagLst xmlns:p="http://schemas.openxmlformats.org/presentationml/2006/main">
  <p:tag name="AS_UNIQUEID" val="332"/>
</p:tagLst>
</file>

<file path=ppt/tags/tag3.xml><?xml version="1.0" encoding="utf-8"?>
<p:tagLst xmlns:p="http://schemas.openxmlformats.org/presentationml/2006/main">
  <p:tag name="AS_UNIQUEID" val="333"/>
</p:tagLst>
</file>

<file path=ppt/tags/tag4.xml><?xml version="1.0" encoding="utf-8"?>
<p:tagLst xmlns:p="http://schemas.openxmlformats.org/presentationml/2006/main">
  <p:tag name="AS_UNIQUEID" val="334"/>
</p:tagLst>
</file>

<file path=ppt/tags/tag5.xml><?xml version="1.0" encoding="utf-8"?>
<p:tagLst xmlns:p="http://schemas.openxmlformats.org/presentationml/2006/main">
  <p:tag name="AS_UNIQUEID" val="335"/>
</p:tagLst>
</file>

<file path=ppt/tags/tag6.xml><?xml version="1.0" encoding="utf-8"?>
<p:tagLst xmlns:p="http://schemas.openxmlformats.org/presentationml/2006/main">
  <p:tag name="AS_UNIQUEID" val="337"/>
</p:tagLst>
</file>

<file path=ppt/tags/tag7.xml><?xml version="1.0" encoding="utf-8"?>
<p:tagLst xmlns:p="http://schemas.openxmlformats.org/presentationml/2006/main">
  <p:tag name="AS_UNIQUEID" val="338"/>
</p:tagLst>
</file>

<file path=ppt/tags/tag8.xml><?xml version="1.0" encoding="utf-8"?>
<p:tagLst xmlns:p="http://schemas.openxmlformats.org/presentationml/2006/main">
  <p:tag name="AS_UNIQUEID" val="339"/>
</p:tagLst>
</file>

<file path=ppt/tags/tag9.xml><?xml version="1.0" encoding="utf-8"?>
<p:tagLst xmlns:p="http://schemas.openxmlformats.org/presentationml/2006/main">
  <p:tag name="AS_UNIQUEID" val="340"/>
</p:tagLst>
</file>

<file path=ppt/tags/tag10.xml><?xml version="1.0" encoding="utf-8"?>
<p:tagLst xmlns:p="http://schemas.openxmlformats.org/presentationml/2006/main">
  <p:tag name="AS_UNIQUEID" val="341"/>
</p:tagLst>
</file>

<file path=ppt/tags/tag11.xml><?xml version="1.0" encoding="utf-8"?>
<p:tagLst xmlns:p="http://schemas.openxmlformats.org/presentationml/2006/main">
  <p:tag name="AS_UNIQUEID" val="343"/>
</p:tagLst>
</file>

<file path=ppt/tags/tag12.xml><?xml version="1.0" encoding="utf-8"?>
<p:tagLst xmlns:p="http://schemas.openxmlformats.org/presentationml/2006/main">
  <p:tag name="AS_UNIQUEID" val="344"/>
</p:tagLst>
</file>

<file path=ppt/tags/tag13.xml><?xml version="1.0" encoding="utf-8"?>
<p:tagLst xmlns:p="http://schemas.openxmlformats.org/presentationml/2006/main">
  <p:tag name="AS_UNIQUEID" val="345"/>
</p:tagLst>
</file>

<file path=ppt/tags/tag14.xml><?xml version="1.0" encoding="utf-8"?>
<p:tagLst xmlns:p="http://schemas.openxmlformats.org/presentationml/2006/main">
  <p:tag name="AS_UNIQUEID" val="346"/>
</p:tagLst>
</file>

<file path=ppt/tags/tag15.xml><?xml version="1.0" encoding="utf-8"?>
<p:tagLst xmlns:p="http://schemas.openxmlformats.org/presentationml/2006/main">
  <p:tag name="AS_UNIQUEID" val="347"/>
</p:tagLst>
</file>

<file path=ppt/tags/tag16.xml><?xml version="1.0" encoding="utf-8"?>
<p:tagLst xmlns:p="http://schemas.openxmlformats.org/presentationml/2006/main">
  <p:tag name="AS_UNIQUEID" val="349"/>
</p:tagLst>
</file>

<file path=ppt/tags/tag17.xml><?xml version="1.0" encoding="utf-8"?>
<p:tagLst xmlns:p="http://schemas.openxmlformats.org/presentationml/2006/main">
  <p:tag name="AS_UNIQUEID" val="350"/>
</p:tagLst>
</file>

<file path=ppt/tags/tag18.xml><?xml version="1.0" encoding="utf-8"?>
<p:tagLst xmlns:p="http://schemas.openxmlformats.org/presentationml/2006/main">
  <p:tag name="AS_UNIQUEID" val="351"/>
</p:tagLst>
</file>

<file path=ppt/tags/tag19.xml><?xml version="1.0" encoding="utf-8"?>
<p:tagLst xmlns:p="http://schemas.openxmlformats.org/presentationml/2006/main">
  <p:tag name="AS_UNIQUEID" val="352"/>
</p:tagLst>
</file>

<file path=ppt/tags/tag20.xml><?xml version="1.0" encoding="utf-8"?>
<p:tagLst xmlns:p="http://schemas.openxmlformats.org/presentationml/2006/main">
  <p:tag name="AS_UNIQUEID" val="353"/>
</p:tagLst>
</file>

<file path=ppt/tags/tag21.xml><?xml version="1.0" encoding="utf-8"?>
<p:tagLst xmlns:p="http://schemas.openxmlformats.org/presentationml/2006/main">
  <p:tag name="AS_UNIQUEID" val="354"/>
</p:tagLst>
</file>

<file path=ppt/tags/tag22.xml><?xml version="1.0" encoding="utf-8"?>
<p:tagLst xmlns:p="http://schemas.openxmlformats.org/presentationml/2006/main">
  <p:tag name="AS_UNIQUEID" val="356"/>
</p:tagLst>
</file>

<file path=ppt/tags/tag23.xml><?xml version="1.0" encoding="utf-8"?>
<p:tagLst xmlns:p="http://schemas.openxmlformats.org/presentationml/2006/main">
  <p:tag name="AS_UNIQUEID" val="357"/>
</p:tagLst>
</file>

<file path=ppt/tags/tag24.xml><?xml version="1.0" encoding="utf-8"?>
<p:tagLst xmlns:p="http://schemas.openxmlformats.org/presentationml/2006/main">
  <p:tag name="AS_UNIQUEID" val="358"/>
</p:tagLst>
</file>

<file path=ppt/tags/tag25.xml><?xml version="1.0" encoding="utf-8"?>
<p:tagLst xmlns:p="http://schemas.openxmlformats.org/presentationml/2006/main">
  <p:tag name="AS_UNIQUEID" val="359"/>
</p:tagLst>
</file>

<file path=ppt/tags/tag26.xml><?xml version="1.0" encoding="utf-8"?>
<p:tagLst xmlns:p="http://schemas.openxmlformats.org/presentationml/2006/main">
  <p:tag name="AS_UNIQUEID" val="360"/>
</p:tagLst>
</file>

<file path=ppt/tags/tag27.xml><?xml version="1.0" encoding="utf-8"?>
<p:tagLst xmlns:p="http://schemas.openxmlformats.org/presentationml/2006/main">
  <p:tag name="AS_UNIQUEID" val="361"/>
</p:tagLst>
</file>

<file path=ppt/tags/tag28.xml><?xml version="1.0" encoding="utf-8"?>
<p:tagLst xmlns:p="http://schemas.openxmlformats.org/presentationml/2006/main">
  <p:tag name="AS_UNIQUEID" val="362"/>
</p:tagLst>
</file>

<file path=ppt/tags/tag29.xml><?xml version="1.0" encoding="utf-8"?>
<p:tagLst xmlns:p="http://schemas.openxmlformats.org/presentationml/2006/main">
  <p:tag name="AS_UNIQUEID" val="363"/>
</p:tagLst>
</file>

<file path=ppt/tags/tag30.xml><?xml version="1.0" encoding="utf-8"?>
<p:tagLst xmlns:p="http://schemas.openxmlformats.org/presentationml/2006/main">
  <p:tag name="AS_UNIQUEID" val="365"/>
</p:tagLst>
</file>

<file path=ppt/tags/tag31.xml><?xml version="1.0" encoding="utf-8"?>
<p:tagLst xmlns:p="http://schemas.openxmlformats.org/presentationml/2006/main">
  <p:tag name="AS_UNIQUEID" val="366"/>
</p:tagLst>
</file>

<file path=ppt/tags/tag32.xml><?xml version="1.0" encoding="utf-8"?>
<p:tagLst xmlns:p="http://schemas.openxmlformats.org/presentationml/2006/main">
  <p:tag name="AS_UNIQUEID" val="367"/>
</p:tagLst>
</file>

<file path=ppt/tags/tag33.xml><?xml version="1.0" encoding="utf-8"?>
<p:tagLst xmlns:p="http://schemas.openxmlformats.org/presentationml/2006/main">
  <p:tag name="AS_UNIQUEID" val="368"/>
</p:tagLst>
</file>

<file path=ppt/tags/tag34.xml><?xml version="1.0" encoding="utf-8"?>
<p:tagLst xmlns:p="http://schemas.openxmlformats.org/presentationml/2006/main">
  <p:tag name="AS_UNIQUEID" val="370"/>
</p:tagLst>
</file>

<file path=ppt/tags/tag35.xml><?xml version="1.0" encoding="utf-8"?>
<p:tagLst xmlns:p="http://schemas.openxmlformats.org/presentationml/2006/main">
  <p:tag name="AS_UNIQUEID" val="371"/>
</p:tagLst>
</file>

<file path=ppt/tags/tag36.xml><?xml version="1.0" encoding="utf-8"?>
<p:tagLst xmlns:p="http://schemas.openxmlformats.org/presentationml/2006/main">
  <p:tag name="AS_UNIQUEID" val="372"/>
</p:tagLst>
</file>

<file path=ppt/tags/tag37.xml><?xml version="1.0" encoding="utf-8"?>
<p:tagLst xmlns:p="http://schemas.openxmlformats.org/presentationml/2006/main">
  <p:tag name="AS_UNIQUEID" val="374"/>
</p:tagLst>
</file>

<file path=ppt/tags/tag38.xml><?xml version="1.0" encoding="utf-8"?>
<p:tagLst xmlns:p="http://schemas.openxmlformats.org/presentationml/2006/main">
  <p:tag name="AS_UNIQUEID" val="375"/>
</p:tagLst>
</file>

<file path=ppt/tags/tag39.xml><?xml version="1.0" encoding="utf-8"?>
<p:tagLst xmlns:p="http://schemas.openxmlformats.org/presentationml/2006/main">
  <p:tag name="AS_UNIQUEID" val="376"/>
</p:tagLst>
</file>

<file path=ppt/tags/tag40.xml><?xml version="1.0" encoding="utf-8"?>
<p:tagLst xmlns:p="http://schemas.openxmlformats.org/presentationml/2006/main">
  <p:tag name="AS_UNIQUEID" val="377"/>
</p:tagLst>
</file>

<file path=ppt/tags/tag41.xml><?xml version="1.0" encoding="utf-8"?>
<p:tagLst xmlns:p="http://schemas.openxmlformats.org/presentationml/2006/main">
  <p:tag name="AS_UNIQUEID" val="378"/>
</p:tagLst>
</file>

<file path=ppt/tags/tag42.xml><?xml version="1.0" encoding="utf-8"?>
<p:tagLst xmlns:p="http://schemas.openxmlformats.org/presentationml/2006/main">
  <p:tag name="AS_UNIQUEID" val="379"/>
</p:tagLst>
</file>

<file path=ppt/tags/tag43.xml><?xml version="1.0" encoding="utf-8"?>
<p:tagLst xmlns:p="http://schemas.openxmlformats.org/presentationml/2006/main">
  <p:tag name="AS_UNIQUEID" val="381"/>
</p:tagLst>
</file>

<file path=ppt/tags/tag44.xml><?xml version="1.0" encoding="utf-8"?>
<p:tagLst xmlns:p="http://schemas.openxmlformats.org/presentationml/2006/main">
  <p:tag name="AS_UNIQUEID" val="382"/>
</p:tagLst>
</file>

<file path=ppt/tags/tag45.xml><?xml version="1.0" encoding="utf-8"?>
<p:tagLst xmlns:p="http://schemas.openxmlformats.org/presentationml/2006/main">
  <p:tag name="AS_UNIQUEID" val="383"/>
</p:tagLst>
</file>

<file path=ppt/tags/tag46.xml><?xml version="1.0" encoding="utf-8"?>
<p:tagLst xmlns:p="http://schemas.openxmlformats.org/presentationml/2006/main">
  <p:tag name="AS_UNIQUEID" val="384"/>
</p:tagLst>
</file>

<file path=ppt/tags/tag47.xml><?xml version="1.0" encoding="utf-8"?>
<p:tagLst xmlns:p="http://schemas.openxmlformats.org/presentationml/2006/main">
  <p:tag name="AS_UNIQUEID" val="385"/>
</p:tagLst>
</file>

<file path=ppt/tags/tag48.xml><?xml version="1.0" encoding="utf-8"?>
<p:tagLst xmlns:p="http://schemas.openxmlformats.org/presentationml/2006/main">
  <p:tag name="AS_UNIQUEID" val="387"/>
</p:tagLst>
</file>

<file path=ppt/tags/tag49.xml><?xml version="1.0" encoding="utf-8"?>
<p:tagLst xmlns:p="http://schemas.openxmlformats.org/presentationml/2006/main">
  <p:tag name="AS_UNIQUEID" val="388"/>
</p:tagLst>
</file>

<file path=ppt/tags/tag50.xml><?xml version="1.0" encoding="utf-8"?>
<p:tagLst xmlns:p="http://schemas.openxmlformats.org/presentationml/2006/main">
  <p:tag name="AS_UNIQUEID" val="389"/>
</p:tagLst>
</file>

<file path=ppt/tags/tag51.xml><?xml version="1.0" encoding="utf-8"?>
<p:tagLst xmlns:p="http://schemas.openxmlformats.org/presentationml/2006/main">
  <p:tag name="AS_UNIQUEID" val="390"/>
</p:tagLst>
</file>

<file path=ppt/tags/tag52.xml><?xml version="1.0" encoding="utf-8"?>
<p:tagLst xmlns:p="http://schemas.openxmlformats.org/presentationml/2006/main">
  <p:tag name="AS_UNIQUEID" val="392"/>
</p:tagLst>
</file>

<file path=ppt/tags/tag53.xml><?xml version="1.0" encoding="utf-8"?>
<p:tagLst xmlns:p="http://schemas.openxmlformats.org/presentationml/2006/main">
  <p:tag name="AS_UNIQUEID" val="393"/>
</p:tagLst>
</file>

<file path=ppt/tags/tag54.xml><?xml version="1.0" encoding="utf-8"?>
<p:tagLst xmlns:p="http://schemas.openxmlformats.org/presentationml/2006/main">
  <p:tag name="AS_UNIQUEID" val="394"/>
</p:tagLst>
</file>

<file path=ppt/tags/tag55.xml><?xml version="1.0" encoding="utf-8"?>
<p:tagLst xmlns:p="http://schemas.openxmlformats.org/presentationml/2006/main">
  <p:tag name="AS_UNIQUEID" val="395"/>
</p:tagLst>
</file>

<file path=ppt/tags/tag56.xml><?xml version="1.0" encoding="utf-8"?>
<p:tagLst xmlns:p="http://schemas.openxmlformats.org/presentationml/2006/main">
  <p:tag name="AS_UNIQUEID" val="396"/>
</p:tagLst>
</file>

<file path=ppt/tags/tag57.xml><?xml version="1.0" encoding="utf-8"?>
<p:tagLst xmlns:p="http://schemas.openxmlformats.org/presentationml/2006/main">
  <p:tag name="AS_UNIQUEID" val="400"/>
</p:tagLst>
</file>

<file path=ppt/tags/tag58.xml><?xml version="1.0" encoding="utf-8"?>
<p:tagLst xmlns:p="http://schemas.openxmlformats.org/presentationml/2006/main">
  <p:tag name="AS_UNIQUEID" val="404"/>
</p:tagLst>
</file>

<file path=ppt/tags/tag59.xml><?xml version="1.0" encoding="utf-8"?>
<p:tagLst xmlns:p="http://schemas.openxmlformats.org/presentationml/2006/main">
  <p:tag name="AS_UNIQUEID" val="255"/>
</p:tagLst>
</file>

<file path=ppt/tags/tag60.xml><?xml version="1.0" encoding="utf-8"?>
<p:tagLst xmlns:p="http://schemas.openxmlformats.org/presentationml/2006/main">
  <p:tag name="AS_UNIQUEID" val="256"/>
</p:tagLst>
</file>

<file path=ppt/tags/tag61.xml><?xml version="1.0" encoding="utf-8"?>
<p:tagLst xmlns:p="http://schemas.openxmlformats.org/presentationml/2006/main">
  <p:tag name="AS_UNIQUEID" val="257"/>
</p:tagLst>
</file>

<file path=ppt/tags/tag62.xml><?xml version="1.0" encoding="utf-8"?>
<p:tagLst xmlns:p="http://schemas.openxmlformats.org/presentationml/2006/main">
  <p:tag name="AS_UNIQUEID" val="249"/>
</p:tagLst>
</file>

<file path=ppt/tags/tag63.xml><?xml version="1.0" encoding="utf-8"?>
<p:tagLst xmlns:p="http://schemas.openxmlformats.org/presentationml/2006/main">
  <p:tag name="AS_UNIQUEID" val="250"/>
</p:tagLst>
</file>

<file path=ppt/tags/tag64.xml><?xml version="1.0" encoding="utf-8"?>
<p:tagLst xmlns:p="http://schemas.openxmlformats.org/presentationml/2006/main">
  <p:tag name="AS_UNIQUEID" val="251"/>
</p:tagLst>
</file>

<file path=ppt/tags/tag65.xml><?xml version="1.0" encoding="utf-8"?>
<p:tagLst xmlns:p="http://schemas.openxmlformats.org/presentationml/2006/main">
  <p:tag name="AS_UNIQUEID" val="252"/>
</p:tagLst>
</file>

<file path=ppt/tags/tag66.xml><?xml version="1.0" encoding="utf-8"?>
<p:tagLst xmlns:p="http://schemas.openxmlformats.org/presentationml/2006/main">
  <p:tag name="AS_UNIQUEID" val="253"/>
</p:tagLst>
</file>

<file path=ppt/tags/tag67.xml><?xml version="1.0" encoding="utf-8"?>
<p:tagLst xmlns:p="http://schemas.openxmlformats.org/presentationml/2006/main">
  <p:tag name="AS_UNIQUEID" val="254"/>
</p:tagLst>
</file>

<file path=ppt/tags/tag68.xml><?xml version="1.0" encoding="utf-8"?>
<p:tagLst xmlns:p="http://schemas.openxmlformats.org/presentationml/2006/main">
  <p:tag name="AS_NET" val="4.0.30319.42000"/>
  <p:tag name="AS_OS" val="Microsoft Windows NT 6.2.9200.0"/>
  <p:tag name="AS_RELEASE_DATE" val="2019.10.14"/>
  <p:tag name="AS_TITLE" val="Aspose.Slides for .NET 2.0"/>
  <p:tag name="AS_VERSION" val="19.10"/>
  <p:tag name="ISPRING_PRESENTATION_TITLE" val="PowerPoint 演示文稿"/>
  <p:tag name="KSO_WM_DOC_GUID" val="{55ca6832-487b-4322-a784-9c8553e63573}"/>
  <p:tag name="KSO_WPP_MARK_KEY" val="b40444d6-56ea-4392-addb-bd530657776d"/>
  <p:tag name="COMMONDATA" val="eyJoZGlkIjoiMTZiYzU3ZDI3M2FiODEyODlhYTRkMDNiYWM0NGIwZD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25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Calibri Light</vt:lpstr>
      <vt:lpstr>Arial</vt:lpstr>
      <vt:lpstr>Calibri</vt:lpstr>
      <vt:lpstr>等线 Light</vt:lpstr>
      <vt:lpstr>微软雅黑</vt:lpstr>
      <vt:lpstr>Arial Unicode MS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杨文轩</cp:lastModifiedBy>
  <cp:revision>20</cp:revision>
  <dcterms:created xsi:type="dcterms:W3CDTF">2017-10-28T12:29:00Z</dcterms:created>
  <dcterms:modified xsi:type="dcterms:W3CDTF">2026-07-22T13:50:16Z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2052-12.1.0.26391</vt:lpwstr>
  </property>
  <property fmtid="{D5CDD505-2E9C-101B-9397-08002B2CF9AE}" pid="3" name="ICV">
    <vt:lpwstr>4A1775F2EB9749AFB32C3BA842D6CC8C</vt:lpwstr>
  </property>
</Properties>
</file>